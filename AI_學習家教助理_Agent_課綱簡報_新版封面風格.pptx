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08960" y="713232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0" y="1261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作者：江聖榮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468880" y="1755648"/>
            <a:ext cx="7223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一位有耐心的個人 AI 家教，會依照學生程度，用比喻、分層教學、蘇格拉底問答與提取練習，幫助學生真正理解與應用知識。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25880" y="3657600"/>
            <a:ext cx="2286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我是完全初學者，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請用生活比喻教我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是什麼，並出…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58768" y="3657600"/>
            <a:ext cx="2286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請用蘇格拉底問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答法教我理解 AI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是什麼。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91656" y="3657600"/>
            <a:ext cx="2286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我明天要考試，主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題是 AI 基礎概念，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請幫我做 30 分鐘…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24544" y="3657600"/>
            <a:ext cx="2286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請和我做 5 輪英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文口說練習，主題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是在超市購物。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57800" y="5897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課綱簡報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 定位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課程定位：不是答案機，是個人家教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讓學生從「看懂答案」進一步到「能自己做出答案」。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pic>
        <p:nvPicPr>
          <p:cNvPr id="7" name="Image 0" descr="/mnt/data/a_clean_modern_vector_illustration_scene_of_a_tut.png">    </p:cNvPr>
          <p:cNvPicPr>
            <a:picLocks noChangeAspect="1"/>
          </p:cNvPicPr>
          <p:nvPr/>
        </p:nvPicPr>
        <p:blipFill>
          <a:blip r:embed="rId1"/>
          <a:srcRect l="13874" r="13874" t="0" b="0"/>
          <a:stretch/>
        </p:blipFill>
        <p:spPr>
          <a:xfrm>
            <a:off x="6903720" y="1508760"/>
            <a:ext cx="434340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600200"/>
            <a:ext cx="5440680" cy="9601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GPT 的任務不是單純回答問題，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而是設計一段有效的學習對話。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846320" cy="685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EF2F7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傳統問法：解釋 XXX 是什麼 → 學生被動接收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858768"/>
            <a:ext cx="4846320" cy="685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BAE6FD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家教問法：先確認程度 → 比喻 → 出題 → 診斷弱點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4754880"/>
            <a:ext cx="4846320" cy="6858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完成目標：學生能主動回憶、應用、修正錯誤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 痛點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學習痛點：問到答案，不等於真的學會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 Agent 要解決的是理解、記憶、應用與考前複習的效率問題。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2240280" cy="3063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看懂解析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當下覺得懂，換題就不會。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691640"/>
            <a:ext cx="2240280" cy="3063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缺少互動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只聽 AI 講，沒有被迫回想。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80760" y="1691640"/>
            <a:ext cx="2240280" cy="3063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難度不合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解釋太淺或太深，都會降低學習效果。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732520" y="1691640"/>
            <a:ext cx="2240280" cy="30632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不知弱點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不知道自己到底卡在哪個觀念。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43000" y="5349240"/>
            <a:ext cx="987552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設計重點：讓 AI 從「講解者」變成「會追問、會測驗、會診斷」的家教。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 能力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核心能力地圖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把學習過程拆成六種可重複執行的教學能力。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2880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程度調整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依學生基礎控制解釋深度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51960" y="1508760"/>
            <a:ext cx="288036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生活比喻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用熟悉情境理解抽象概念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26680" y="1508760"/>
            <a:ext cx="2880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引導思考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用問題代替直接給答案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288036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出題測驗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透過提取練習檢查理解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3703320"/>
            <a:ext cx="2880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弱點診斷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從答題結果找出卡點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26680" y="3703320"/>
            <a:ext cx="288036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考前衝刺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短時間整理考點與複習順序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572414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從「學生程度」開始，到「可驗證的學習成果」結束。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 方法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三大教學技術術語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把教育方法寫進 GPT Instructions，Agent 才會穩定產生家教式互動。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pic>
        <p:nvPicPr>
          <p:cNvPr id="7" name="Image 0" descr="/mnt/data/a_clean_modern_educational_concept_illustration_s.png">    </p:cNvPr>
          <p:cNvPicPr>
            <a:picLocks noChangeAspect="1"/>
          </p:cNvPicPr>
          <p:nvPr/>
        </p:nvPicPr>
        <p:blipFill>
          <a:blip r:embed="rId1"/>
          <a:srcRect l="23139" r="23139" t="0" b="0"/>
          <a:stretch/>
        </p:blipFill>
        <p:spPr>
          <a:xfrm>
            <a:off x="7360920" y="1325880"/>
            <a:ext cx="3840480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554480"/>
            <a:ext cx="5577840" cy="10058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Scaffolding 鷹架教學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從簡單到複雜，先補基礎，再逐步增加難度。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5577840" cy="10058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Socratic Method 蘇格拉底問答法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不急著給答案，用反問引導學生自己推論。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5577840" cy="10058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Retrieval Practice 提取練習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先出題、先回想，再看解析，提升記憶與應用。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 層次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有效學習互動的三個層次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課堂要讓學生明白：越主動，學習效果越高。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2880360" cy="3566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Level 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被動接收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「解釋 XXX 是什麼」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效果：★★☆☆☆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51960" y="1600200"/>
            <a:ext cx="2880360" cy="35661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67E8F9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Level 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主動理解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「用比喻解釋，然後出例題」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效果：★★★★☆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35240" y="1600200"/>
            <a:ext cx="2880360" cy="35661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Level 3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主動應用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「先不要解釋，直接考我」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效果：★★★★★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560320" y="576072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設計原則：Agent 預設要把互動推向 Level 3。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 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標準教學流程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每次對話都走同一套流程，避免變成單純問答機。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1417320" cy="1143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確認程度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51760" y="1920240"/>
            <a:ext cx="1417320" cy="1143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白話比喻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1417320" cy="1143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三個重點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1417320" cy="1143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反問引導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1920240"/>
            <a:ext cx="1417320" cy="1143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出題測驗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149840" y="1920240"/>
            <a:ext cx="1417320" cy="1143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弱點診斷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069080"/>
            <a:ext cx="10012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錯題處理公式：錯誤原因 → 正確觀念 → 再練一題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 設定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GPT Builder 設定重點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讓學生完成一個可以實際使用的 AI 學習家教助理。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81328"/>
            <a:ext cx="2103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46120" y="1435608"/>
            <a:ext cx="79095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103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2468880"/>
            <a:ext cx="79095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依照學生程度，用比喻、問答、測驗與診斷輔助學習。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2103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Conversation Starters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3502152"/>
            <a:ext cx="79095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是什麼？／AI Agent 是什麼？／30 分鐘考前衝刺／英文口說練習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581144"/>
            <a:ext cx="2103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4535424"/>
            <a:ext cx="79095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寫清楚：先確認程度、不要直接給答案、出題後等待作答、答錯要診斷。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623560"/>
            <a:ext cx="102412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Capabilities 建議：初階版先用 GPT Instructions + Knowledge；進階版再串接題庫、成績表、Notion 或 LMS。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 情境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三個教學情境範例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用範例讓學生知道 Agent 可以怎麼被使用。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pic>
        <p:nvPicPr>
          <p:cNvPr id="7" name="Image 0" descr="/mnt/data/a_cozy_study_scene_in_a_softly_lit_room_overall_w.png">    </p:cNvPr>
          <p:cNvPicPr>
            <a:picLocks noChangeAspect="1"/>
          </p:cNvPicPr>
          <p:nvPr/>
        </p:nvPicPr>
        <p:blipFill>
          <a:blip r:embed="rId1"/>
          <a:srcRect l="29188" r="29188" t="0" b="0"/>
          <a:stretch/>
        </p:blipFill>
        <p:spPr>
          <a:xfrm>
            <a:off x="8001000" y="1325880"/>
            <a:ext cx="324612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508760"/>
            <a:ext cx="6355080" cy="10058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概念教學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「我是完全初學者，請用生活比喻解釋 API，並出一題考我。」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816352"/>
            <a:ext cx="6355080" cy="10058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英文口說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「請和我做 5 輪英文練習，主題是在超市購物，逐句修正文法。」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133088"/>
            <a:ext cx="6355080" cy="10058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考前衝刺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「我明天考 AI 基礎概念，請先列考點，再出題，不要先給答案。」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 練習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課堂練習設計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讓學生一邊做，一邊體會「提示語品質」會影響學習品質。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333756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Easy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概念教學</a:t>
            </a:r>
            <a:endParaRPr lang="en-US" sz="1440" dirty="0"/>
          </a:p>
          <a:p>
            <a:pPr algn="l" indent="0" marL="0">
              <a:buNone/>
            </a:pP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我是 [程度描述] 的人，用我能懂的方式解釋 [概念名稱]：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生活比喻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3 個重點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常見誤解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出題考我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4434840" y="1554480"/>
            <a:ext cx="3337560" cy="32918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Medium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英文互動練習</a:t>
            </a:r>
            <a:endParaRPr lang="en-US" sz="1480" dirty="0"/>
          </a:p>
          <a:p>
            <a:pPr algn="l" indent="0" marL="0">
              <a:buNone/>
            </a:pP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設定角色、程度、主題與輪數；每輪學生回答後，AI 立即修正文法，最後給總評。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8046720" y="1554480"/>
            <a:ext cx="3337560" cy="32918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4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Hard</a:t>
            </a:r>
            <a:endParaRPr lang="en-US" sz="1460" dirty="0"/>
          </a:p>
          <a:p>
            <a:pPr algn="l" indent="0" marL="0">
              <a:buNone/>
            </a:pPr>
            <a:r>
              <a:rPr lang="en-US" sz="14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 分鐘考前衝刺</a:t>
            </a:r>
            <a:endParaRPr lang="en-US" sz="1460" dirty="0"/>
          </a:p>
          <a:p>
            <a:pPr algn="l" indent="0" marL="0">
              <a:buNone/>
            </a:pPr>
            <a:endParaRPr lang="en-US" sz="1460" dirty="0"/>
          </a:p>
          <a:p>
            <a:pPr algn="l" indent="0" marL="0">
              <a:buNone/>
            </a:pPr>
            <a:r>
              <a:rPr lang="en-US" sz="14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列考點 → 出 5 題 → 等學生回答 → 給解析 → 診斷弱點 → 最後 10 分鐘複習建議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 測試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測試與優化清單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 GPT 後，不是直接上架，而是用測試題檢查行為是否穩定。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81328"/>
            <a:ext cx="4709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初學者概念解釋：是否有比喻與小測驗？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724912"/>
            <a:ext cx="4709160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蘇格拉底問答：是否用反問引導？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3968496"/>
            <a:ext cx="4709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英文練習：是否逐輪互動與即時修正？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4709160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考前複習：是否先出題，不先給答案？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63640" y="2724912"/>
            <a:ext cx="4709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錯題診斷：是否指出錯誤原因並再練？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263640" y="3968496"/>
            <a:ext cx="4709160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課程導流：是否能產生後續學習路線？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234440" y="5486400"/>
            <a:ext cx="9692640" cy="5486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優化原則：只要 Agent 直接給答案太快，就要回到 Instructions 加強「先引導、再解析」。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 課綱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小時課程流程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適合放進「零程式 AI Agent 入門課」的一堂主題課。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3108960" cy="35661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1 小時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概念教學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學習型 Agent 定位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三大教學法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有效互動三層次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1600200"/>
            <a:ext cx="3108960" cy="35661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2 小時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 GPT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GPT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設定名稱、描述、開場白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貼上 Instructions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75320" y="1600200"/>
            <a:ext cx="3108960" cy="35661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3 小時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測試優化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測試三種情境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 Prompt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完成個人家教 Agent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553212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課後成果：每位學生完成一個能教概念、出題測驗、修正文法與考前複習的 GPT Agent。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880" y="18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C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246888"/>
            <a:ext cx="160020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 成果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完成成果與進階銜接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初階用 ChatGPT 完成文字型 Agent；進階銜接 Java、Python、API 與自動化。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05840" cy="0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</a:ln>
        </p:spPr>
      </p:sp>
      <p:pic>
        <p:nvPicPr>
          <p:cNvPr id="7" name="Image 0" descr="/mnt/data/a_wide_modern_softly_lit_educational_tech_scene.png">    </p:cNvPr>
          <p:cNvPicPr>
            <a:picLocks noChangeAspect="1"/>
          </p:cNvPicPr>
          <p:nvPr/>
        </p:nvPicPr>
        <p:blipFill>
          <a:blip r:embed="rId1"/>
          <a:srcRect l="22768" r="22768" t="0" b="0"/>
          <a:stretch/>
        </p:blipFill>
        <p:spPr>
          <a:xfrm>
            <a:off x="7086600" y="1325880"/>
            <a:ext cx="4114800" cy="4251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600200"/>
            <a:ext cx="5257800" cy="9144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完成品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學習家教助理：可依程度教學、互動提問、出題與弱點診斷。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5257800" cy="914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可販售方向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個人學習助理、英文家教助理、證照考前衝刺助理、Java 入門家教。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069080"/>
            <a:ext cx="5257800" cy="91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>
            <a:outerShdw sx="100000" sy="100000" kx="0" ky="0" algn="bl" rotWithShape="0" blurRad="19050" dist="50800" dir="2700000">
              <a:srgbClr val="000000">
                <a:alpha val="11000"/>
              </a:srgbClr>
            </a:outerShdw>
          </a:effectLst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進階銜接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Java / Python + 資料庫 + API + n8n，做成可部署的專業 AI Agent。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5806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從「會用 AI 學習」到「會做 AI 家教產品」。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8580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學習家教助理 Agent｜課綱簡報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CodeByX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學習家教助理 Agent 課綱簡報</dc:title>
  <dc:subject>AI 學習家教助理 Agent 課綱簡報</dc:subject>
  <dc:creator>江聖榮</dc:creator>
  <cp:lastModifiedBy>江聖榮</cp:lastModifiedBy>
  <cp:revision>1</cp:revision>
  <dcterms:created xsi:type="dcterms:W3CDTF">2026-06-14T02:35:19Z</dcterms:created>
  <dcterms:modified xsi:type="dcterms:W3CDTF">2026-06-14T02:35:19Z</dcterms:modified>
</cp:coreProperties>
</file>