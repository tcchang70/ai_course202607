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futuristic_tech_classroom_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</a:rPr>
              <a:t>TimeFlow
個人行程助理 Agent</a:t>
            </a:r>
          </a:p>
          <a:p>
            <a:r>
              <a:rPr sz="1800" b="1">
                <a:solidFill>
                  <a:srgbClr val="FFFFFF"/>
                </a:solidFill>
                <a:latin typeface="Microsoft JhengHei"/>
              </a:rPr>
              <a:t>摘要簡報</a:t>
            </a:r>
          </a:p>
          <a:p>
            <a:r>
              <a:rPr sz="1400">
                <a:solidFill>
                  <a:srgbClr val="FFFFFF"/>
                </a:solidFill>
                <a:latin typeface="Microsoft JhengHei"/>
              </a:rPr>
              <a:t>把口語行程轉成清楚時間表，並檢查衝突、缺漏與準備事項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700">
                <a:solidFill>
                  <a:srgbClr val="0E2240"/>
                </a:solidFill>
                <a:latin typeface="Microsoft JhengHei"/>
              </a:rPr>
              <a:t>一、AI Agent 名稱與定位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566160" cy="1645920"/>
          </a:xfrm>
          <a:prstGeom prst="round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27048"/>
            <a:ext cx="3310128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Agent 名稱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TimeFlow 個人行程助理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6400800" cy="1645920"/>
          </a:xfrm>
          <a:prstGeom prst="round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527048"/>
            <a:ext cx="6144768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用途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協助使用者把口語描述的行程整理成清楚的時間表，並自動檢查時間衝突、資訊不足、交通緩衝與準備事項。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538728"/>
            <a:ext cx="9893808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適合教學對象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完全不會程式的初學者、學生、上班族、講師、主管、自由工作者。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89320"/>
            <a:ext cx="10424160" cy="411480"/>
          </a:xfrm>
          <a:prstGeom prst="roundRect">
            <a:avLst/>
          </a:prstGeom>
          <a:solidFill>
            <a:srgbClr val="21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6053328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這是一個生活化、實用性高、非常適合入門教學的 AI Agent 主題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700">
                <a:solidFill>
                  <a:srgbClr val="0E2240"/>
                </a:solidFill>
                <a:latin typeface="Microsoft JhengHei"/>
              </a:rPr>
              <a:t>二、AI Agent 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645920"/>
          </a:xfrm>
          <a:prstGeom prst="round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18488"/>
            <a:ext cx="3218687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1. 行程解析 Scheduling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把自然語言轉換成結構化資料，整理出日期、時間、事項與備註。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474720" cy="1645920"/>
          </a:xfrm>
          <a:prstGeom prst="round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618488"/>
            <a:ext cx="3218687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2. 衝突偵測 Conflict Detection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檢查時間重疊、結束時間不明、移動時間不足、前置準備與截止風險。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474720" cy="1645920"/>
          </a:xfrm>
          <a:prstGeom prst="round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18488"/>
            <a:ext cx="3218687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3. 自然語言理解 NLP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理解使用者口語說法，轉換成 AI 可以分析與安排的資訊。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703320"/>
            <a:ext cx="94183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7904" y="3813048"/>
            <a:ext cx="916228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2240"/>
                </a:solidFill>
                <a:latin typeface="Microsoft JhengHei"/>
              </a:rPr>
              <a:t>一句話總結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82828"/>
                </a:solidFill>
                <a:latin typeface="Microsoft JhengHei"/>
              </a:rPr>
              <a:t>TimeFlow 的核心價值，就是把『口語行程』轉成『可分析、可調整、可提醒』的時間管理資訊。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989320"/>
            <a:ext cx="10424160" cy="411480"/>
          </a:xfrm>
          <a:prstGeom prst="roundRect">
            <a:avLst/>
          </a:prstGeom>
          <a:solidFill>
            <a:srgbClr val="21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6053328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三大能力：解析、偵測、理解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700">
                <a:solidFill>
                  <a:srgbClr val="0E2240"/>
                </a:solidFill>
                <a:latin typeface="Microsoft JhengHei"/>
              </a:rPr>
              <a:t>1. 行程解析 Scheduling</a:t>
            </a:r>
          </a:p>
          <a:p>
            <a:r>
              <a:rPr sz="1200">
                <a:solidFill>
                  <a:srgbClr val="6E6E6E"/>
                </a:solidFill>
                <a:latin typeface="Microsoft JhengHei"/>
              </a:rPr>
              <a:t>把自然語言轉成結構化行程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  <a:latin typeface="Microsoft JhengHei"/>
              </a:rPr>
              <a:t>使用者輸入：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82828"/>
                </a:solidFill>
                <a:latin typeface="Microsoft JhengHei"/>
              </a:rPr>
              <a:t>我週三下午 2 點要開會，3 點要接小孩放學。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  <a:latin typeface="Microsoft JhengHei"/>
              </a:rPr>
              <a:t>AI 任務：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82828"/>
                </a:solidFill>
                <a:latin typeface="Microsoft JhengHei"/>
              </a:rPr>
              <a:t>解析日期、時間、事項與缺少資訊。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25880"/>
            <a:ext cx="6309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10912" y="141732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2240"/>
                </a:solidFill>
                <a:latin typeface="Microsoft JhengHei"/>
              </a:rPr>
              <a:t>AI 解析後的結果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764792"/>
            <a:ext cx="157734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837943"/>
            <a:ext cx="14859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日期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3660" y="1764792"/>
            <a:ext cx="157734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9380" y="1837943"/>
            <a:ext cx="14859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764792"/>
            <a:ext cx="157734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37943"/>
            <a:ext cx="14859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事項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78340" y="1764792"/>
            <a:ext cx="157734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4060" y="1837943"/>
            <a:ext cx="14859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備註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14884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19456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週三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3660" y="214884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9380" y="219456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下午 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14884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開會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78340" y="214884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4060" y="219456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結束時間未提供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49758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54330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週三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3660" y="349758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9380" y="354330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下午 3:00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49758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54330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接小孩放學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78340" y="3497580"/>
            <a:ext cx="1577340" cy="134874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4060" y="3543300"/>
            <a:ext cx="1485900" cy="1303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地點未提供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989320"/>
            <a:ext cx="10424160" cy="411480"/>
          </a:xfrm>
          <a:prstGeom prst="roundRect">
            <a:avLst/>
          </a:prstGeom>
          <a:solidFill>
            <a:srgbClr val="21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6053328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先把資訊整理清楚，後面才有辦法判斷衝突與風險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700">
                <a:solidFill>
                  <a:srgbClr val="0E2240"/>
                </a:solidFill>
                <a:latin typeface="Microsoft JhengHei"/>
              </a:rPr>
              <a:t>2. 衝突偵測 Conflict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972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173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2240"/>
                </a:solidFill>
                <a:latin typeface="Microsoft JhengHei"/>
              </a:rPr>
              <a:t>AI 會檢查的重點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64792"/>
            <a:ext cx="548640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3794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檢查項目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64792"/>
            <a:ext cx="548640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3794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說明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時間是否重疊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1945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例如 2 點開會但 3 點要接小孩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346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結束時間是否不明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8346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8803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沒有結束時間就無法準確判斷衝突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204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地點移動時間是否足夠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5204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5661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例如銀行到學校步行 20 分鐘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062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51959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是否需要前置準備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2062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4251959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例如買菜、列印文件、帶證件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920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37759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是否有截止時間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89204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4937759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例如報告要交，但未說明幾點截止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989320"/>
            <a:ext cx="10424160" cy="411480"/>
          </a:xfrm>
          <a:prstGeom prst="roundRect">
            <a:avLst/>
          </a:prstGeom>
          <a:solidFill>
            <a:srgbClr val="21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6053328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TimeFlow 不只是整理行程，更會主動幫你找問題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700">
                <a:solidFill>
                  <a:srgbClr val="0E2240"/>
                </a:solidFill>
                <a:latin typeface="Microsoft JhengHei"/>
              </a:rPr>
              <a:t>3. 自然語言理解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2240"/>
                </a:solidFill>
                <a:latin typeface="Microsoft JhengHei"/>
              </a:rPr>
              <a:t>AI 如何理解使用者的口語描述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64792"/>
            <a:ext cx="548640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3794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使用者說法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64792"/>
            <a:ext cx="5486400" cy="384048"/>
          </a:xfrm>
          <a:prstGeom prst="rect">
            <a:avLst/>
          </a:prstGeom>
          <a:solidFill>
            <a:srgbClr val="E5EEFA"/>
          </a:solidFill>
          <a:ln>
            <a:solidFill>
              <a:srgbClr val="21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3794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E2240"/>
                </a:solidFill>
                <a:latin typeface="Microsoft JhengHei"/>
              </a:rPr>
              <a:t>AI 應理解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週一早上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48840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週一上午時段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52928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98648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下午 3 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52928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898648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15:00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557016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02736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晚上 7 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57016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602736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19:00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61104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06824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約 1 小時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61104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306824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持續時間約 60 分鐘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965192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10912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截止時間不明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965192"/>
            <a:ext cx="5486400" cy="704087"/>
          </a:xfrm>
          <a:prstGeom prst="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010912"/>
            <a:ext cx="5394960" cy="658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82828"/>
                </a:solidFill>
                <a:latin typeface="Microsoft JhengHei"/>
              </a:rPr>
              <a:t>資訊不足，需要確認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989320"/>
            <a:ext cx="10424160" cy="411480"/>
          </a:xfrm>
          <a:prstGeom prst="roundRect">
            <a:avLst/>
          </a:prstGeom>
          <a:solidFill>
            <a:srgbClr val="0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6053328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AI 先理解語意，再進一步整理、分析與提醒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000">
                <a:solidFill>
                  <a:srgbClr val="FFFFFF"/>
                </a:solidFill>
                <a:latin typeface="Microsoft JhengHei"/>
              </a:rPr>
              <a:t>TimeFlow 個人行程助理 Agent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Microsoft JhengHei"/>
              </a:rPr>
              <a:t>重點摘要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2743200"/>
            <a:ext cx="9144000" cy="1600200"/>
          </a:xfrm>
          <a:prstGeom prst="roundRect">
            <a:avLst/>
          </a:prstGeom>
          <a:solidFill>
            <a:srgbClr val="21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3063240"/>
            <a:ext cx="8595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Microsoft JhengHei"/>
              </a:rPr>
              <a:t>把口語行程整理成表格
找出衝突與資訊缺口
提供更安全、更清楚的時間安排建議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83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Microsoft JhengHei"/>
              </a:rPr>
              <a:t>適合用於：課程摘要、招生簡報、說明會、教學介紹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