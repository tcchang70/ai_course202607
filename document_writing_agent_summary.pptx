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vector_flat_illustration_of_a_modern_produ_batch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1143000"/>
            <a:ext cx="5440680" cy="3063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0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ChatGPT GPT AI Agent 課程摘要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85800" y="141732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文件撰寫與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文字處理 Agent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713232" y="30632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給 AI 關鍵素材，讓它產出高品質文書內容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713232" y="38862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4672" y="396849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請假信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920240" y="3886200"/>
            <a:ext cx="1280160" cy="384048"/>
          </a:xfrm>
          <a:prstGeom prst="roundRect">
            <a:avLst>
              <a:gd name="adj" fmla="val 16667"/>
            </a:avLst>
          </a:prstGeom>
          <a:solidFill>
            <a:srgbClr val="F0FDFA"/>
          </a:solidFill>
          <a:ln w="12700">
            <a:solidFill>
              <a:srgbClr val="F0FDFA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011680" y="396849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會議記錄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37560" y="3886200"/>
            <a:ext cx="1234440" cy="384048"/>
          </a:xfrm>
          <a:prstGeom prst="roundRect">
            <a:avLst>
              <a:gd name="adj" fmla="val 16667"/>
            </a:avLst>
          </a:prstGeom>
          <a:solidFill>
            <a:srgbClr val="F5F3FF"/>
          </a:solidFill>
          <a:ln w="12700">
            <a:solidFill>
              <a:srgbClr val="F5F3F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29000" y="396849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文章摘要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09160" y="3886200"/>
            <a:ext cx="1280160" cy="384048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12700">
            <a:solidFill>
              <a:srgbClr val="FFF7ED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00600" y="396849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語氣改寫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13232" y="4645152"/>
            <a:ext cx="5440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適合：無程式背景學生、上班族、講師、客服、行政與內容創作者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94360" y="64739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文件撰寫與文字處理 AI Agent｜1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10195560" y="6583680"/>
            <a:ext cx="14173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一、課程定位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93268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這堂課讓學生理解：AI 不是「代寫工具」，而是可被設定流程的文書助理。</a:t>
            </a:r>
            <a:endParaRPr lang="en-US" sz="1300" dirty="0"/>
          </a:p>
        </p:txBody>
      </p:sp>
      <p:pic>
        <p:nvPicPr>
          <p:cNvPr id="4" name="Image 0" descr="/mnt/data/a_clean_vector_illustration_style_concept_art_scen_batch_2.png">    </p:cNvPr>
          <p:cNvPicPr>
            <a:picLocks noChangeAspect="1"/>
          </p:cNvPicPr>
          <p:nvPr/>
        </p:nvPicPr>
        <p:blipFill>
          <a:blip r:embed="rId1"/>
          <a:srcRect l="0" r="29176" t="0" b="0"/>
          <a:stretch/>
        </p:blipFill>
        <p:spPr>
          <a:xfrm>
            <a:off x="566928" y="1508760"/>
            <a:ext cx="5120640" cy="4069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0" y="1508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單元名稱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400800" y="1874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文件撰寫與文字處理 AI Agent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400800" y="2743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核心定義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0" y="3127248"/>
            <a:ext cx="5166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把使用者提供的素材、對象、語氣與格式，轉換成可直接使用的正式文件。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6400800" y="4251960"/>
            <a:ext cx="4892040" cy="1051560"/>
          </a:xfrm>
          <a:prstGeom prst="roundRect">
            <a:avLst>
              <a:gd name="adj" fmla="val 6957"/>
            </a:avLst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29400" y="443484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教學重點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629400" y="4818888"/>
            <a:ext cx="44348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學生要學會下達「可控輸出」的指令，而不是只輸入「幫我寫」。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94360" y="64739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文件撰寫與文字處理 AI Agent｜2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10195560" y="6583680"/>
            <a:ext cx="14173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二、核心能力：從素材到文書成品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93268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同一個 Agent 可支援多種文字任務，課堂重點是掌握任務分類與輸出格式。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1600200"/>
            <a:ext cx="2971800" cy="960120"/>
          </a:xfrm>
          <a:prstGeom prst="roundRect">
            <a:avLst>
              <a:gd name="adj" fmla="val 7619"/>
            </a:avLst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78308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請假信 / 通知信 / 公告文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167128"/>
            <a:ext cx="25146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正式職場溝通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0" y="1600200"/>
            <a:ext cx="2971800" cy="960120"/>
          </a:xfrm>
          <a:prstGeom prst="roundRect">
            <a:avLst>
              <a:gd name="adj" fmla="val 7619"/>
            </a:avLst>
          </a:prstGeom>
          <a:solidFill>
            <a:srgbClr val="F0FDFA"/>
          </a:solidFill>
          <a:ln w="12700">
            <a:solidFill>
              <a:srgbClr val="F0FDF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78308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會議記錄整理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00600" y="2167128"/>
            <a:ext cx="25146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口語逐字稿結構化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75320" y="1600200"/>
            <a:ext cx="2971800" cy="960120"/>
          </a:xfrm>
          <a:prstGeom prst="roundRect">
            <a:avLst>
              <a:gd name="adj" fmla="val 7619"/>
            </a:avLst>
          </a:prstGeom>
          <a:solidFill>
            <a:srgbClr val="F5F3FF"/>
          </a:solidFill>
          <a:ln w="12700">
            <a:solidFill>
              <a:srgbClr val="F5F3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178308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文章摘要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503920" y="2167128"/>
            <a:ext cx="25146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長文壓縮成重點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68680" y="2971800"/>
            <a:ext cx="2971800" cy="960120"/>
          </a:xfrm>
          <a:prstGeom prst="roundRect">
            <a:avLst>
              <a:gd name="adj" fmla="val 7619"/>
            </a:avLst>
          </a:prstGeom>
          <a:solidFill>
            <a:srgbClr val="FFF7ED"/>
          </a:solidFill>
          <a:ln w="12700">
            <a:solidFill>
              <a:srgbClr val="FFF7E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315468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多版本語氣改寫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3538728"/>
            <a:ext cx="25146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依對象調整 Tone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0" y="2971800"/>
            <a:ext cx="2971800" cy="960120"/>
          </a:xfrm>
          <a:prstGeom prst="roundRect">
            <a:avLst>
              <a:gd name="adj" fmla="val 7619"/>
            </a:avLst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315468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客戶回覆信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00600" y="3538728"/>
            <a:ext cx="25146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禮貌、清楚、可執行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75320" y="2971800"/>
            <a:ext cx="2971800" cy="960120"/>
          </a:xfrm>
          <a:prstGeom prst="roundRect">
            <a:avLst>
              <a:gd name="adj" fmla="val 7619"/>
            </a:avLst>
          </a:prstGeom>
          <a:solidFill>
            <a:srgbClr val="F0FDFA"/>
          </a:solidFill>
          <a:ln w="12700">
            <a:solidFill>
              <a:srgbClr val="F0FDFA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0" y="315468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履歷 / 自傳 / 企劃初稿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503920" y="3538728"/>
            <a:ext cx="25146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快速產出初版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788920" y="4343400"/>
            <a:ext cx="6583680" cy="960120"/>
          </a:xfrm>
          <a:prstGeom prst="roundRect">
            <a:avLst>
              <a:gd name="adj" fmla="val 7619"/>
            </a:avLst>
          </a:prstGeom>
          <a:solidFill>
            <a:srgbClr val="F5F3FF"/>
          </a:solidFill>
          <a:ln w="12700">
            <a:solidFill>
              <a:srgbClr val="F5F3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17520" y="452628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教學講義 / 課程文案 / 招生文案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017520" y="4910328"/>
            <a:ext cx="61264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講師與產品化應用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14400" y="5989320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課堂產出：學生能建立一個專門處理「寫作、改寫、摘要、會議記錄」的 GPT。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94360" y="64739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文件撰寫與文字處理 AI Agent｜3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0195560" y="6583680"/>
            <a:ext cx="14173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三、Agent 工作流程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93268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文件品質取決於輸入條件是否清楚：素材、對象、語氣、格式缺一不可。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057400" y="3063240"/>
            <a:ext cx="91440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4206240" y="3063240"/>
            <a:ext cx="91440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6355080" y="3063240"/>
            <a:ext cx="91440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503920" y="3063240"/>
            <a:ext cx="91440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94360" y="2240280"/>
            <a:ext cx="1645920" cy="1645920"/>
          </a:xfrm>
          <a:prstGeom prst="roundRect">
            <a:avLst>
              <a:gd name="adj" fmla="val 4444"/>
            </a:avLst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1288" y="2487168"/>
            <a:ext cx="512064" cy="51206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61288" y="2606040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1272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素材輸入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34564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情境、重點、原文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0" y="2240280"/>
            <a:ext cx="1645920" cy="1645920"/>
          </a:xfrm>
          <a:prstGeom prst="roundRect">
            <a:avLst>
              <a:gd name="adj" fmla="val 4444"/>
            </a:avLst>
          </a:prstGeom>
          <a:solidFill>
            <a:srgbClr val="F0FDFA"/>
          </a:solidFill>
          <a:ln w="12700">
            <a:solidFill>
              <a:srgbClr val="F0FDFA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10128" y="2487168"/>
            <a:ext cx="512064" cy="51206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0128" y="2606040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80360" y="31272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類型判斷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880360" y="34564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Email / 摘要 / 會議記錄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92040" y="2240280"/>
            <a:ext cx="1645920" cy="1645920"/>
          </a:xfrm>
          <a:prstGeom prst="roundRect">
            <a:avLst>
              <a:gd name="adj" fmla="val 4444"/>
            </a:avLst>
          </a:prstGeom>
          <a:solidFill>
            <a:srgbClr val="F5F3FF"/>
          </a:solidFill>
          <a:ln w="12700">
            <a:solidFill>
              <a:srgbClr val="F5F3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58968" y="2487168"/>
            <a:ext cx="512064" cy="51206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58968" y="2606040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0" y="31272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對象＋語氣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0" y="34564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主管 / 客戶 / 同事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040880" y="2240280"/>
            <a:ext cx="1645920" cy="1645920"/>
          </a:xfrm>
          <a:prstGeom prst="roundRect">
            <a:avLst>
              <a:gd name="adj" fmla="val 4444"/>
            </a:avLst>
          </a:prstGeom>
          <a:solidFill>
            <a:srgbClr val="FFF7ED"/>
          </a:solidFill>
          <a:ln w="12700">
            <a:solidFill>
              <a:srgbClr val="FFF7ED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07808" y="2487168"/>
            <a:ext cx="512064" cy="51206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07808" y="2606040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178040" y="31272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產出文件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178040" y="34564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標題、段落、表格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189720" y="2240280"/>
            <a:ext cx="1645920" cy="1645920"/>
          </a:xfrm>
          <a:prstGeom prst="roundRect">
            <a:avLst>
              <a:gd name="adj" fmla="val 4444"/>
            </a:avLst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756648" y="2487168"/>
            <a:ext cx="512064" cy="51206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756648" y="2606040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326880" y="31272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檢查優化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326880" y="34564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字數、格式、是否得體</a:t>
            </a:r>
            <a:endParaRPr lang="en-US" sz="950" dirty="0"/>
          </a:p>
        </p:txBody>
      </p:sp>
      <p:pic>
        <p:nvPicPr>
          <p:cNvPr id="33" name="Image 0" descr="/mnt/data/a_clean_vector_illustration_style_concept_art_scen_batch_2.png">    </p:cNvPr>
          <p:cNvPicPr>
            <a:picLocks noChangeAspect="1"/>
          </p:cNvPicPr>
          <p:nvPr/>
        </p:nvPicPr>
        <p:blipFill>
          <a:blip r:embed="rId1"/>
          <a:srcRect l="40000" r="12126" t="18000" b="34000"/>
          <a:stretch/>
        </p:blipFill>
        <p:spPr>
          <a:xfrm>
            <a:off x="8778240" y="4297680"/>
            <a:ext cx="2560320" cy="1444752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777240" y="507492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關鍵句：不是「幫我寫」，而是「請依照對象、語氣、字數與格式產出」。</a:t>
            </a:r>
            <a:endParaRPr lang="en-US" sz="1900" dirty="0"/>
          </a:p>
        </p:txBody>
      </p:sp>
      <p:sp>
        <p:nvSpPr>
          <p:cNvPr id="35" name="Text 32"/>
          <p:cNvSpPr/>
          <p:nvPr/>
        </p:nvSpPr>
        <p:spPr>
          <a:xfrm>
            <a:off x="594360" y="64739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文件撰寫與文字處理 AI Agent｜4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10195560" y="6583680"/>
            <a:ext cx="14173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四、Tone 語氣光譜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93268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同一句話給不同對象，正式程度與情感溫度都要調整。</a:t>
            </a:r>
            <a:endParaRPr lang="en-US" sz="1300" dirty="0"/>
          </a:p>
        </p:txBody>
      </p:sp>
      <p:pic>
        <p:nvPicPr>
          <p:cNvPr id="4" name="Image 0" descr="/mnt/data/a_clean_vector_3d_like_illustration_on_a_white_bac_batch_3.png">    </p:cNvPr>
          <p:cNvPicPr>
            <a:picLocks noChangeAspect="1"/>
          </p:cNvPicPr>
          <p:nvPr/>
        </p:nvPicPr>
        <p:blipFill>
          <a:blip r:embed="rId1"/>
          <a:srcRect l="2000" r="26682" t="5000" b="23000"/>
          <a:stretch/>
        </p:blipFill>
        <p:spPr>
          <a:xfrm>
            <a:off x="548640" y="1417320"/>
            <a:ext cx="6035040" cy="3429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51560" y="5166360"/>
            <a:ext cx="50749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6" name="Text 3"/>
          <p:cNvSpPr/>
          <p:nvPr/>
        </p:nvSpPr>
        <p:spPr>
          <a:xfrm>
            <a:off x="822960" y="53766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非正式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715000" y="53766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正式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086600" y="1627632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口語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0" y="158191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那個問題修好了，你試試看。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7040880" y="2286000"/>
            <a:ext cx="44805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86600" y="2862072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B8A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友善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229600" y="281635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很高興告訴您，問題已修復，歡迎重新測試。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7040880" y="3520440"/>
            <a:ext cx="44805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086600" y="4096512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73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專業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8229600" y="405079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茲通知您，相關技術問題已於本日完成修正。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7086600" y="525780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學習重點：告訴 AI「收件對象」與「關係」，語氣才會恰當。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594360" y="64739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文件撰寫與文字處理 AI Agent｜5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10195560" y="6583680"/>
            <a:ext cx="14173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五、課堂練習與學習成果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93268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用三個練習讓學生從單一文件，進階到結構整理與多版本語氣控制。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77240" y="1600200"/>
            <a:ext cx="10607040" cy="841248"/>
          </a:xfrm>
          <a:prstGeom prst="roundRect">
            <a:avLst>
              <a:gd name="adj" fmla="val 6522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0136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Easy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240280" y="178308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請假信撰寫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709160" y="180136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情境、日期、對象、語氣、字數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2807208"/>
            <a:ext cx="10607040" cy="841248"/>
          </a:xfrm>
          <a:prstGeom prst="roundRect">
            <a:avLst>
              <a:gd name="adj" fmla="val 6522"/>
            </a:avLst>
          </a:prstGeom>
          <a:solidFill>
            <a:srgbClr val="F0FD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00837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B8A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Medium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240280" y="2990088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會議記錄整理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09160" y="3008376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逐字稿 → 主旨、決議、待辦表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77240" y="4014216"/>
            <a:ext cx="10607040" cy="841248"/>
          </a:xfrm>
          <a:prstGeom prst="roundRect">
            <a:avLst>
              <a:gd name="adj" fmla="val 6522"/>
            </a:avLst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21538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973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Hard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240280" y="419709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多版本語氣改寫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709160" y="4215384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正式客戶版 / 親切服務版 / 工程師版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68680" y="5349240"/>
            <a:ext cx="10332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5623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學生完成後應該能做到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063240" y="55961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建立自己的文件撰寫 GPT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577840" y="55961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輸入條件控制輸出品質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38160" y="55961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應用於課程、客服與行銷文案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94360" y="64739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文件撰寫與文字處理 AI Agent｜6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0195560" y="6583680"/>
            <a:ext cx="14173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CodeByX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文件撰寫與文字處理 Agent</dc:title>
  <dc:subject>文件撰寫與文字處理 AI Agent 課程摘要</dc:subject>
  <dc:creator>OpenAI</dc:creator>
  <cp:lastModifiedBy>OpenAI</cp:lastModifiedBy>
  <cp:revision>1</cp:revision>
  <dcterms:created xsi:type="dcterms:W3CDTF">2026-06-13T16:11:27Z</dcterms:created>
  <dcterms:modified xsi:type="dcterms:W3CDTF">2026-06-13T16:11:27Z</dcterms:modified>
</cp:coreProperties>
</file>