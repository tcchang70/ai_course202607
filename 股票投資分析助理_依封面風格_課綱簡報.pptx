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6664" y="137160"/>
            <a:ext cx="658368" cy="6583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31256" y="29260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078992"/>
            <a:ext cx="121916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股票投資分析助理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0" y="1664208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F9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作者：江聖榮  ♙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423160" y="2212848"/>
            <a:ext cx="7360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00000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協助使用者分析股票技術指標、基本面、成交量、風險情境與交易紀錄，</a:t>
            </a:r>
            <a:endParaRPr lang="en-US" sz="1520" dirty="0"/>
          </a:p>
          <a:p>
            <a:pPr algn="ctr" indent="0" marL="0">
              <a:buNone/>
            </a:pPr>
            <a:r>
              <a:rPr lang="en-US" sz="1520" dirty="0">
                <a:solidFill>
                  <a:srgbClr val="00000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產出盤前、盤後與觀察清單報告。僅提供投資研究參考，不提供保證獲利</a:t>
            </a:r>
            <a:endParaRPr lang="en-US" sz="1520" dirty="0"/>
          </a:p>
          <a:p>
            <a:pPr algn="ctr" indent="0" marL="0">
              <a:buNone/>
            </a:pPr>
            <a:r>
              <a:rPr lang="en-US" sz="1520" dirty="0">
                <a:solidFill>
                  <a:srgbClr val="00000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或個別買賣建議。</a:t>
            </a:r>
            <a:endParaRPr lang="en-US" sz="1520" dirty="0"/>
          </a:p>
        </p:txBody>
      </p:sp>
      <p:sp>
        <p:nvSpPr>
          <p:cNvPr id="7" name="Shape 4"/>
          <p:cNvSpPr/>
          <p:nvPr/>
        </p:nvSpPr>
        <p:spPr>
          <a:xfrm>
            <a:off x="868680" y="4718304"/>
            <a:ext cx="2423160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60704" y="4873752"/>
            <a:ext cx="2039112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請幫我分析 2330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台積電目前的技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術面與風險。</a:t>
            </a:r>
            <a:endParaRPr lang="en-US" sz="1520" dirty="0"/>
          </a:p>
        </p:txBody>
      </p:sp>
      <p:sp>
        <p:nvSpPr>
          <p:cNvPr id="9" name="Shape 6"/>
          <p:cNvSpPr/>
          <p:nvPr/>
        </p:nvSpPr>
        <p:spPr>
          <a:xfrm>
            <a:off x="3566160" y="4718304"/>
            <a:ext cx="2423160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758184" y="4873752"/>
            <a:ext cx="2039112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我上傳了一份 K 線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CSV，請幫我計算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RSI、MACD、KD...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6263640" y="4718304"/>
            <a:ext cx="2423160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55664" y="4873752"/>
            <a:ext cx="2039112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請幫我建立一份股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票觀察清單模板。</a:t>
            </a:r>
            <a:endParaRPr lang="en-US" sz="1520" dirty="0"/>
          </a:p>
        </p:txBody>
      </p:sp>
      <p:sp>
        <p:nvSpPr>
          <p:cNvPr id="13" name="Shape 10"/>
          <p:cNvSpPr/>
          <p:nvPr/>
        </p:nvSpPr>
        <p:spPr>
          <a:xfrm>
            <a:off x="8961120" y="4718304"/>
            <a:ext cx="2423160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153144" y="4873752"/>
            <a:ext cx="2039112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請幫我產生今日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4B556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盤前分析報告。</a:t>
            </a:r>
            <a:endParaRPr lang="en-US" sz="15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38912" cy="43891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557784"/>
            <a:ext cx="109728" cy="1097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42062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課程定位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877824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ChatGPT 自訂 GPT，製作可示範、可練習、可升級的投資研究助理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66928" y="130759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465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Stock Analysis GPT｜課綱簡報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109960" y="64465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14400" y="169164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這堂課要讓學生做出一個「能回答、會整理、懂邊界」的股票分析 GPT。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31520" y="2743200"/>
            <a:ext cx="2240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2907792"/>
            <a:ext cx="18379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50976" y="3401568"/>
            <a:ext cx="1801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投資研究助理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不是投顧與喊單機器
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3246120" y="2743200"/>
            <a:ext cx="2240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47288" y="2907792"/>
            <a:ext cx="18379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輸入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465576" y="3401568"/>
            <a:ext cx="1801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股票代號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CSV / Excel / 新聞摘要
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760720" y="2743200"/>
            <a:ext cx="2240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61888" y="2907792"/>
            <a:ext cx="18379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分析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980176" y="3401568"/>
            <a:ext cx="1801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技術面 + 基本面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風險情境 + 交易紀錄
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8275320" y="2743200"/>
            <a:ext cx="2240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76488" y="2907792"/>
            <a:ext cx="18379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494776" y="3401568"/>
            <a:ext cx="1801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盤前報告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盤後檢討與觀察清單
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1097280" y="53035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教學重點：讓 AI 從「隨口分析」升級為「有流程、有格式、有安全邊界的 Agent」。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38912" cy="43891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557784"/>
            <a:ext cx="109728" cy="1097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42062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角色定位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877824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先定義「可以做」與「不能做」，避免學生把 AI 當成保證獲利工具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66928" y="130759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465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Stock Analysis GPT｜課綱簡報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109960" y="64465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7240" y="1783080"/>
            <a:ext cx="50292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8408" y="1947672"/>
            <a:ext cx="462686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這個 GPT 是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96696" y="2441448"/>
            <a:ext cx="45902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整理股票資訊的研究助理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分析技術指標與成交量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檢查基本面與風險因素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建立觀察清單與交易日誌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產出盤前與盤後分析報告
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400800" y="1783080"/>
            <a:ext cx="50292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01968" y="1947672"/>
            <a:ext cx="462686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這個 GPT 不是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620256" y="2441448"/>
            <a:ext cx="45902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直接喊單的買賣機器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保證獲利的預測工具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代替投資顧問做決策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替使用者下單或加槓桿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忽略風險的情緒推銷員
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463040" y="5742432"/>
            <a:ext cx="9235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一句話定位：AI 做研究與整理，人做最終決策。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38912" cy="43891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557784"/>
            <a:ext cx="109728" cy="1097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42062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金融投資底線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877824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所有股票分析都必須回到個人風險、投資目標與時間週期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66928" y="130759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465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Stock Analysis GPT｜課綱簡報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109960" y="64465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14400" y="1874520"/>
            <a:ext cx="3200400" cy="2240280"/>
          </a:xfrm>
          <a:prstGeom prst="roundRect">
            <a:avLst>
              <a:gd name="adj" fmla="val 489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3000" y="2148840"/>
            <a:ext cx="27432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風險承受度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234440" y="2816352"/>
            <a:ext cx="25603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可以承受多大虧損？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單筆、單日、整體資金上限。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617720" y="1874520"/>
            <a:ext cx="3200400" cy="2240280"/>
          </a:xfrm>
          <a:prstGeom prst="roundRect">
            <a:avLst>
              <a:gd name="adj" fmla="val 489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2148840"/>
            <a:ext cx="27432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投資目標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4937760" y="2816352"/>
            <a:ext cx="25603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是現金流、成長、資產配置，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還是短線價差？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321040" y="1874520"/>
            <a:ext cx="3200400" cy="2240280"/>
          </a:xfrm>
          <a:prstGeom prst="roundRect">
            <a:avLst>
              <a:gd name="adj" fmla="val 489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2148840"/>
            <a:ext cx="27432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770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時間週期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8641080" y="2816352"/>
            <a:ext cx="25603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當沖、短線、波段、長期，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指標解讀完全不同。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234440" y="4892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FINRA 類型的投資教育原則：投資決策應考慮個人財務目標與風險承受度。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1234440" y="5486400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因此本 Agent 必須輸出「情境與風險」，而不是單一結論。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38912" cy="43891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557784"/>
            <a:ext cx="109728" cy="1097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42062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核心能力地圖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877824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從資料整理到報告輸出，建立一套可重複的股票研究流程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66928" y="130759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465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Stock Analysis GPT｜課綱簡報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109960" y="64465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680" y="1755648"/>
            <a:ext cx="4754880" cy="1600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989320" y="1600200"/>
            <a:ext cx="5349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190488" y="1764792"/>
            <a:ext cx="494690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技術面分析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208776" y="2258568"/>
            <a:ext cx="4910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MA、RSI、MACD、KD、布林通道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趨勢、成交量、支撐壓力
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989320" y="3246120"/>
            <a:ext cx="5349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90488" y="3410712"/>
            <a:ext cx="494690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基本面檢查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208776" y="3904488"/>
            <a:ext cx="4910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營收、EPS、毛利率、ROE、估值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產業位置與財報重點
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868680" y="3703320"/>
            <a:ext cx="47548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69848" y="3867912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投資工作流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088136" y="4361688"/>
            <a:ext cx="4315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觀察清單、交易日誌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盤前計畫、盤後檢討
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1097280" y="568756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課程目標不是教「神奇指標」，而是教學生建立投資分析 SOP。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38912" cy="43891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557784"/>
            <a:ext cx="109728" cy="1097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42062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GPT 基本設定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877824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建立自訂 GPT 時，先把名稱、描述與開場問題固定下來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66928" y="130759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465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Stock Analysis GPT｜課綱簡報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109960" y="64465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22960" y="17373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1901952"/>
            <a:ext cx="29809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Name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42416" y="2395728"/>
            <a:ext cx="294436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股票投資分析助理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Stock Analysis GPT
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434840" y="17373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36008" y="1901952"/>
            <a:ext cx="29809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654296" y="2395728"/>
            <a:ext cx="294436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分析技術指標、基本面與成交量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整理風險情境與交易紀錄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產出盤前、盤後與觀察清單報告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僅提供投資研究參考
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046720" y="17373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47888" y="1901952"/>
            <a:ext cx="29809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Conversation Starters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66176" y="2395728"/>
            <a:ext cx="294436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分析 2330 技術面與風險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上傳 K 線 CSV 計算指標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建立股票觀察清單模板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產生今日盤前分析報告
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38912" cy="43891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557784"/>
            <a:ext cx="109728" cy="1097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42062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Instructions 設計重點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877824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Instructions 決定 Agent 的專業度、輸出穩定性與安全邊界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66928" y="130759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465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Stock Analysis GPT｜課綱簡報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109960" y="64465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14400" y="1645920"/>
            <a:ext cx="103784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34440" y="1874520"/>
            <a:ext cx="14173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角色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063240" y="1874520"/>
            <a:ext cx="77724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你是股票投資分析助理，協助投資研究與教育參考。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43000" y="2478024"/>
            <a:ext cx="9921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34440" y="2624328"/>
            <a:ext cx="14173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任務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063240" y="2624328"/>
            <a:ext cx="77724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整理股票資訊、技術分析、基本面、風險與交易紀錄。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43000" y="3227832"/>
            <a:ext cx="9921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34440" y="3374136"/>
            <a:ext cx="14173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限制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3063240" y="3374136"/>
            <a:ext cx="77724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不可保證獲利、不可喊單、不可替使用者下單。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143000" y="3977640"/>
            <a:ext cx="9921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34440" y="4123944"/>
            <a:ext cx="14173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3063240" y="4123944"/>
            <a:ext cx="77724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確認資料 → 技術面 → 基本面 → 風險 → 情境 → 報告。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143000" y="4727448"/>
            <a:ext cx="9921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34440" y="4873752"/>
            <a:ext cx="14173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格式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3063240" y="4873752"/>
            <a:ext cx="77724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固定輸出總結、技術面、基本面、風險與觀察重點。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9728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可以把這一頁直接當成 GPT Instructions 的結構大綱。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38912" cy="43891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557784"/>
            <a:ext cx="109728" cy="1097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42062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資料輸入設計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877824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資料來源越清楚，Agent 的分析越可靠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66928" y="130759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465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Stock Analysis GPT｜課綱簡報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109960" y="64465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14400" y="1828800"/>
            <a:ext cx="32004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3000" y="2148840"/>
            <a:ext cx="27432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手動輸入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234440" y="2880360"/>
            <a:ext cx="25603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股票代號、分析週期、使用者目標、已知價格或財報摘要</a:t>
            </a:r>
            <a:endParaRPr lang="en-US" sz="1520" dirty="0"/>
          </a:p>
        </p:txBody>
      </p:sp>
      <p:sp>
        <p:nvSpPr>
          <p:cNvPr id="12" name="Shape 9"/>
          <p:cNvSpPr/>
          <p:nvPr/>
        </p:nvSpPr>
        <p:spPr>
          <a:xfrm>
            <a:off x="4617720" y="1828800"/>
            <a:ext cx="3200400" cy="301752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2148840"/>
            <a:ext cx="27432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檔案上傳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937760" y="2880360"/>
            <a:ext cx="25603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 線 CSV、Excel 交易紀錄、投資組合表、財報 PDF 摘要</a:t>
            </a:r>
            <a:endParaRPr lang="en-US" sz="1520" dirty="0"/>
          </a:p>
        </p:txBody>
      </p:sp>
      <p:sp>
        <p:nvSpPr>
          <p:cNvPr id="15" name="Shape 12"/>
          <p:cNvSpPr/>
          <p:nvPr/>
        </p:nvSpPr>
        <p:spPr>
          <a:xfrm>
            <a:off x="8321040" y="1828800"/>
            <a:ext cx="3200400" cy="301752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2148840"/>
            <a:ext cx="27432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即時查詢 / API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641080" y="2880360"/>
            <a:ext cx="25603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最新新聞、公司公告、市場資料；進階版可串接 Spring Boot API</a:t>
            </a:r>
            <a:endParaRPr lang="en-US" sz="1520" dirty="0"/>
          </a:p>
        </p:txBody>
      </p:sp>
      <p:sp>
        <p:nvSpPr>
          <p:cNvPr id="18" name="Text 15"/>
          <p:cNvSpPr/>
          <p:nvPr/>
        </p:nvSpPr>
        <p:spPr>
          <a:xfrm>
            <a:off x="914400" y="5596128"/>
            <a:ext cx="10378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教學提醒：若沒有最新資料，GPT 必須明確說「資料不足」，不能假裝知道即時行情。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38912" cy="43891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557784"/>
            <a:ext cx="109728" cy="1097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42062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標準分析流程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877824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把投資分析拆成可教、可測、可重複的流程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66928" y="130759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465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Stock Analysis GPT｜課綱簡報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109960" y="64465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09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651760" y="3163824"/>
            <a:ext cx="292608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65192" y="3163824"/>
            <a:ext cx="292608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278624" y="3163824"/>
            <a:ext cx="292608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92056" y="3163824"/>
            <a:ext cx="292608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274320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68096" y="2971800"/>
            <a:ext cx="17465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確認資料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22960" y="3429000"/>
            <a:ext cx="16367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代號 / 市場 / 週期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2971800" y="274320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081528" y="2971800"/>
            <a:ext cx="17465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技術面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136392" y="3429000"/>
            <a:ext cx="16367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指標與趨勢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285232" y="274320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394960" y="2971800"/>
            <a:ext cx="17465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基本面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449824" y="3429000"/>
            <a:ext cx="16367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財報與估值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598664" y="274320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708392" y="2971800"/>
            <a:ext cx="17465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風險評估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763256" y="3429000"/>
            <a:ext cx="16367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資金與情境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9912096" y="274320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0021824" y="2971800"/>
            <a:ext cx="1746504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輸出報告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076688" y="3429000"/>
            <a:ext cx="16367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觀察與檢討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87552" y="501091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每次回覆都要產生：總結、技術面、基本面、籌碼/消息、風險、偏多/中性/偏空三情境、觀察重點。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38912" cy="43891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557784"/>
            <a:ext cx="109728" cy="1097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42062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 小時課堂流程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877824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適合零程式 AI Agent 課程中的一堂完整實作課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66928" y="130759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465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Stock Analysis GPT｜課綱簡報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109960" y="64465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14400" y="1600200"/>
            <a:ext cx="103327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07008" y="1828800"/>
            <a:ext cx="12344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0:00–0:30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2697480" y="1828800"/>
            <a:ext cx="15544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概念導入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4434840" y="1828800"/>
            <a:ext cx="6400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不是投顧；建立投資分析邊界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143000" y="2478024"/>
            <a:ext cx="9875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07008" y="2606040"/>
            <a:ext cx="12344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0:30–1:10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2697480" y="2606040"/>
            <a:ext cx="15544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GPT 建立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4434840" y="2606040"/>
            <a:ext cx="6400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設定名稱、描述、開場問題、能力開關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143000" y="3255264"/>
            <a:ext cx="9875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07008" y="3383280"/>
            <a:ext cx="12344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1:10–2:10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2697480" y="3383280"/>
            <a:ext cx="15544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Instructions 實作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4434840" y="3383280"/>
            <a:ext cx="6400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寫角色、限制、分析流程與輸出格式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143000" y="4032504"/>
            <a:ext cx="9875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07008" y="4160520"/>
            <a:ext cx="12344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2:10–2:45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2697480" y="4160520"/>
            <a:ext cx="15544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測試修正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4434840" y="4160520"/>
            <a:ext cx="6400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2330、0050、AAPL 與 CSV 測試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143000" y="4809744"/>
            <a:ext cx="9875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07008" y="4937760"/>
            <a:ext cx="12344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2:45–3:00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2697480" y="4937760"/>
            <a:ext cx="15544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成果包裝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4434840" y="4937760"/>
            <a:ext cx="6400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示範、作業、升級到 Java/API 版本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38912" cy="43891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557784"/>
            <a:ext cx="109728" cy="1097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42062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課堂練習題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877824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讓學生從「會用」進階到「會設計 Agent」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66928" y="130759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465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Stock Analysis GPT｜課綱簡報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109960" y="64465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22960" y="1691640"/>
            <a:ext cx="3383280" cy="34290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1856232"/>
            <a:ext cx="29809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Easy｜基本分析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42416" y="2350008"/>
            <a:ext cx="294436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分析 2330 技術面與風險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解釋 RSI、MACD、KD、布林通道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輸出偏多/中性/偏空情境
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434840" y="1691640"/>
            <a:ext cx="3383280" cy="34290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36008" y="1856232"/>
            <a:ext cx="29809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Normal｜模板設計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654296" y="2350008"/>
            <a:ext cx="294436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建立股票觀察清單模板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建立當沖交易日誌模板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設計盤前與盤後報告格式
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046720" y="1691640"/>
            <a:ext cx="3383280" cy="34290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47888" y="1856232"/>
            <a:ext cx="29809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Hard｜資料分析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66176" y="2350008"/>
            <a:ext cx="294436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上傳 K 線 CSV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檢查欄位與資料缺漏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計算指標並產生分析報告
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005840" y="5641848"/>
            <a:ext cx="10149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作業要求：每位學生完成一個可公開展示的「股票投資分析助理 GPT」。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438912" cy="43891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5E7E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557784"/>
            <a:ext cx="109728" cy="1097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42062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成果與進階延伸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877824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把零程式 GPT 課程自然銜接到 Java + AI Agent 高階課程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66928" y="1307592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465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Stock Analysis GPT｜課綱簡報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109960" y="64465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22960" y="1664208"/>
            <a:ext cx="3246120" cy="338328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1828800"/>
            <a:ext cx="284378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Level 1｜文字型 GPT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42416" y="2322576"/>
            <a:ext cx="28072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股票代號與手動資料輸入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固定分析格式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適合零程式課程展示
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480560" y="1664208"/>
            <a:ext cx="3246120" cy="338328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81728" y="1828800"/>
            <a:ext cx="284378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Level 2｜檔案分析 GPT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700016" y="2322576"/>
            <a:ext cx="28072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上傳 CSV / Excel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計算技術指標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產生交易日誌檢討
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138160" y="1664208"/>
            <a:ext cx="3246120" cy="338328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39328" y="1828800"/>
            <a:ext cx="284378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Level 3｜系統整合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357616" y="2322576"/>
            <a:ext cx="28072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Spring Boot API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MySQL 觀察清單
</a:t>
            </a:r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GPT Actions 串接資料
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22960" y="5532120"/>
            <a:ext cx="10561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課程銜接話術：不寫程式可以做出研究助理；要自動抓資料、存資料、計算指標，就進入 Java + Spring Boot + API。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CodeByX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股票投資分析助理 Stock Analysis GPT 課綱簡報</dc:title>
  <dc:subject>股票投資分析助理 Stock Analysis GPT 課綱簡報</dc:subject>
  <dc:creator>江聖榮</dc:creator>
  <cp:lastModifiedBy>江聖榮</cp:lastModifiedBy>
  <cp:revision>1</cp:revision>
  <dcterms:created xsi:type="dcterms:W3CDTF">2026-06-14T02:02:22Z</dcterms:created>
  <dcterms:modified xsi:type="dcterms:W3CDTF">2026-06-14T02:02:22Z</dcterms:modified>
</cp:coreProperties>
</file>