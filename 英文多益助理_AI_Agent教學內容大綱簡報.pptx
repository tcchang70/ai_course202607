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232" y="18470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製作與教學內容大綱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254203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讓學生用 ChatGPT 製作一個每次自動產生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多益聽力與閱讀各 10 題的練習助理。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730752"/>
            <a:ext cx="4526280" cy="329184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適合：零程式基礎 / 英文學習 / AI Agent 入門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40680" y="3730752"/>
            <a:ext cx="1810512" cy="329184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課程長度建議：3 小時</a:t>
            </a:r>
            <a:endParaRPr lang="en-US" sz="1050" dirty="0"/>
          </a:p>
        </p:txBody>
      </p:sp>
      <p:pic>
        <p:nvPicPr>
          <p:cNvPr id="7" name="Image 0" descr="/mnt/data/image.png">    </p:cNvPr>
          <p:cNvPicPr>
            <a:picLocks noChangeAspect="1"/>
          </p:cNvPicPr>
          <p:nvPr/>
        </p:nvPicPr>
        <p:blipFill>
          <a:blip r:embed="rId1"/>
          <a:srcRect l="12935" r="12935" t="0" b="0"/>
          <a:stretch/>
        </p:blipFill>
        <p:spPr>
          <a:xfrm>
            <a:off x="7315200" y="987552"/>
            <a:ext cx="406908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39593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完成品畫面示意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6080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Outline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01｜課程定位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這堂課要讓學生做出什麼？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不是只「問英文」，而是做出一個可重複使用的多益練習 Agent。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338328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學生完成品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一個可公開或自用的 GPT：輸入程度與題型後，立即產生聽力與閱讀練習。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389120" y="1965960"/>
            <a:ext cx="338328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教學重點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學會把模糊需求轉成角色設定、輸出格式、批改規則與練習流程。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92440" y="1965960"/>
            <a:ext cx="338328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商業價值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可延伸為英文班招生工具、學生自學工具，也能導入進階 AI + 程式課。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一句話定位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138928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 ChatGPT 建立可自動出題、批改、講解、追蹤弱點的英文多益助理。」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02｜Agent 核心任務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英文多益助理的 5 個核心能力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從「聊天工具」設計成「可訓練學生的測驗助理」。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4752" y="18470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產生題目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44752" y="2221992"/>
            <a:ext cx="4315968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每次生成聽力 10 題、閱讀 10 題，避免重複題。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75488" cy="411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7614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控制難度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44752" y="3136392"/>
            <a:ext cx="4315968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TOEIC 目標分數或 CEFR 程度調整字彙與句型。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75488" cy="4114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4752" y="36758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自動批改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44752" y="4050792"/>
            <a:ext cx="4315968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輸入答案後，自動列出正解、錯因與關鍵字。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475488" cy="411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76872" y="18470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補強弱點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76872" y="2221992"/>
            <a:ext cx="4315968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依錯題產生同類題、單字表與語法提醒。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475488" cy="4114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76872" y="27614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多輪練習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76872" y="3136392"/>
            <a:ext cx="4315968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保留學生目標與錯誤模式，下一輪自動調整。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995160" y="4709160"/>
            <a:ext cx="3657600" cy="56692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關鍵：題目品質、答案格式、解析規則，必須寫進 GPT Instructions。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03｜學生操作流程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學生使用 Agent 的完整學習流程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讓學生知道做出來的 Agent 實際怎麼被使用。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566928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9032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9032" y="24231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目標分數、程度、時間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98648" y="2057400"/>
            <a:ext cx="566928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選擇題型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4231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 / 閱讀 / 混合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11496" y="2057400"/>
            <a:ext cx="566928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24728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4728" y="24231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只輸入答案，不先看解析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24344" y="2057400"/>
            <a:ext cx="566928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37576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批改解析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37576" y="24231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正解、錯因、關鍵字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37192" y="2057400"/>
            <a:ext cx="566928" cy="56692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50424" y="2029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補強練習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50424" y="24231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同類題、單字、語法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教師示範流程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315968"/>
            <a:ext cx="101955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先示範一次完整互動，再讓學生修改自己的 Agent。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提醒學生：出題與批改規則要固定，才不會每次風格不同。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最後用「錯題補強」展示 AI Agent 與一般題庫的差異。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04｜題型模組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聽力與閱讀：各 10 題的設計方式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先做「可教學」的題型框架，不追求一次做完整官方七大題型。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Listening 聽力 10 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006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圖片描述式：看文字情境選答案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問答反應式：聽一段對話後回答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短對話理解：抓主旨、人物、時間、地點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短文公告式：抓目的、細節、推論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Reading 閱讀 10 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560320"/>
            <a:ext cx="48006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單句填空：文法、字彙、片語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段落填空：前後文邏輯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短文閱讀：信件、公告、廣告、表格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推論題：從資訊判斷最合理答案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5166360"/>
            <a:ext cx="1001268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教學提醒：先讓學生做簡化版，再加入「難度、主題、單字範圍、解析深度」參數。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05｜GPT 設定架構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Instructions 必須寫清楚的 6 件事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這一頁可直接變成教師講義與學生檢查清單。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你是專業多益英文練習助理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172200" y="1847088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每次產生聽力 10 題、閱讀 10 題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68680" y="2962656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難度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依學生目標分數調整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172200" y="2962656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題目、選項、答案卡、解析分開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68680" y="4078224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不能先透露答案，除非學生要求批改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172200" y="4078224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指出錯因並給同類補強題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05840" y="5532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一句設定核心：讓 GPT 知道「它不是回答英文問題，而是負責出題、批改、補強」。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06｜3 小時課程流程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一堂課的教學安排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目標：學生當場完成一個可測試的英文多益助理。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04672" y="17830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0:00–0:20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40280" y="17830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概念導入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59352" y="178308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 GPT Agent 與一般 ChatGPT 問答差異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0:20–0:50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40280" y="24597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拆解範例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59352" y="2459736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觀察完成品：輸入、輸出、批改、補強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1363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0:50–1:30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40280" y="3136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GPT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59352" y="3136392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名稱、描述、Instructions、對話開場白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3813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1:30–2:10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3813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題型設計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9352" y="381304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 / 閱讀各 10 題，建立固定輸出格式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44897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2:10–2:40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40280" y="4489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測試修正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9352" y="4489704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學生互測，修正錯題解析與格式問題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5166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2:40–3:00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40280" y="51663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展示與升級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59352" y="516636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完成作品、課後任務、進階學習路線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07｜學生實作步驟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Builder 製作步驟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這頁可以直接投影給學生照做。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04672" y="1755648"/>
            <a:ext cx="84124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7465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GPT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3611880" y="17465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 Explore GPTs → Create，輸入名稱「英文多益助理」。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84124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5511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填寫描述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3611880" y="25511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說明用途：每次產生多益聽力與閱讀各 10 題。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04672" y="3364992"/>
            <a:ext cx="84124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355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 Instructions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611880" y="33558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設定角色、題目數量、答案格式、批改規則。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04672" y="4169664"/>
            <a:ext cx="84124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設定開場白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611880" y="41605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提供「我要 550 分程度」「我要閱讀練習」等按鈕。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804672" y="4974336"/>
            <a:ext cx="841248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9651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測試與發布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3611880" y="49651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3 組情境測試：簡單、中等、錯題補強。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08｜示範指令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課堂可用的 4 組示範 Prompt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讓學生先複製可用，再學會自己修改。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3492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生成測驗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請依 TOEIC 550 分程度，產生聽力 10 題與閱讀 10 題。先不要給答案。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355080" y="1828800"/>
            <a:ext cx="50749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批改答案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我的答案是：1A 2C 3B...請批改並列出錯題原因。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53492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弱點補強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請根據我錯的題型，產生 5 題同類型補強題，並整理單字表。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355080" y="3246120"/>
            <a:ext cx="50749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難度調整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同樣題型請提高到 TOEIC 700 分程度，句子更接近商務情境。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60120" y="5166360"/>
            <a:ext cx="100584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教學重點：Prompt 不是一次寫完，而是透過測試與修正逐步鎖定輸出品質。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09｜評量與作品標準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如何判斷學生的 Agent 做得好不好？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用可檢查的標準，避免作品只是一個普通聊天機器人。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功能完整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能產生聽力 10 題與閱讀 10 題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68680" y="2898648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格式穩定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題目、選項、答案卡、解析清楚分區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68680" y="4014216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不先洩題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未批改前不直接給答案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172200" y="1783080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解析有效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能說明錯因，不只顯示正解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172200" y="2898648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可調難度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550 / 700 / 800 分程度可切換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172200" y="4014216"/>
            <a:ext cx="4800600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>
                <a:alpha val="85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可補強</a:t>
            </a:r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能依錯題生成同類練習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課後作業：學生錄製 1 分鐘 Demo，展示「出題 → 作答 → 批改 → 補強」。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10｜課程延伸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766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從英文 GPT 到進階 AI 產品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33502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用這個主題自然導流到 AI Agent、Java、資料庫與網站課程。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94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 ChatGPT GPT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完成文字型 Agent，可出題、批改、補強。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2494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加上資料紀錄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記錄學生錯題、分數、弱點，形成學習報告。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494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網站化系統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Java / Spring Boot 做會員、題庫、報表後台。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2494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商業化產品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導入課程平台、企業內訓、英文補習班工具。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銷售銜接語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「今天你會做一個英文練習 Agent；下一階段，我們把它變成真正有會員、資料庫、報表的 AI 學習系統。」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英文多益助理 Agent 教學大綱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課程結尾：學生應帶走的成果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0120" y="2057400"/>
            <a:ext cx="69494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一個可使用的「英文多益助理」GPT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一份可重複套用的 Agent Instructions 模板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一套測試 Agent 品質的檢查清單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下一階段：資料紀錄、報表、網站化、Java + AI 系統</a:t>
            </a:r>
            <a:endParaRPr lang="en-US" sz="1900" dirty="0"/>
          </a:p>
        </p:txBody>
      </p:sp>
      <p:pic>
        <p:nvPicPr>
          <p:cNvPr id="4" name="Image 0" descr="/mnt/data/image.png">    </p:cNvPr>
          <p:cNvPicPr>
            <a:picLocks noChangeAspect="1"/>
          </p:cNvPicPr>
          <p:nvPr/>
        </p:nvPicPr>
        <p:blipFill>
          <a:blip r:embed="rId1"/>
          <a:srcRect l="13113" r="13113" t="0" b="0"/>
          <a:stretch/>
        </p:blipFill>
        <p:spPr>
          <a:xfrm>
            <a:off x="8321040" y="1417320"/>
            <a:ext cx="3200400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0956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從「會使用 ChatGPT」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升級到「會設計 AI Agent」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0" y="5669280"/>
            <a:ext cx="4846320" cy="329184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完成作品可作為招生展示 Demo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英文多益助理｜AI Agent 教學內容大綱</dc:title>
  <dc:subject>英文多益助理 AI Agent 教學內容大綱</dc:subject>
  <dc:creator>OpenAI</dc:creator>
  <cp:lastModifiedBy>OpenAI</cp:lastModifiedBy>
  <cp:revision>1</cp:revision>
  <dcterms:created xsi:type="dcterms:W3CDTF">2026-06-13T15:32:35Z</dcterms:created>
  <dcterms:modified xsi:type="dcterms:W3CDTF">2026-06-13T15:32:35Z</dcterms:modified>
</cp:coreProperties>
</file>